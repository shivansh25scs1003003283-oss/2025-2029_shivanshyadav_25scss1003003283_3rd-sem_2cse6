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d55293b2a469a" /><Relationship Type="http://schemas.openxmlformats.org/officeDocument/2006/relationships/extended-properties" Target="/docProps/app.xml" Id="R622a962ec3954f93" /><Relationship Type="http://schemas.openxmlformats.org/officeDocument/2006/relationships/officeDocument" Target="/ppt/presentation.xml" Id="Rd05b88469a414c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664b24ef614ecf"/>
  </p:sldMasterIdLst>
  <p:notesMasterIdLst>
    <p:notesMasterId xmlns:r="http://schemas.openxmlformats.org/officeDocument/2006/relationships" r:id="R3086cac6de3e4afc"/>
  </p:notesMasterIdLst>
  <p:sldIdLst>
    <p:sldId xmlns:r="http://schemas.openxmlformats.org/officeDocument/2006/relationships" id="256" r:id="R831e7f8a80f04a51"/>
    <p:sldId xmlns:r="http://schemas.openxmlformats.org/officeDocument/2006/relationships" id="257" r:id="R333dec0afcb9459b"/>
    <p:sldId xmlns:r="http://schemas.openxmlformats.org/officeDocument/2006/relationships" id="258" r:id="Rffb592b81b3d408e"/>
    <p:sldId xmlns:r="http://schemas.openxmlformats.org/officeDocument/2006/relationships" id="259" r:id="R29e2a685f5a44b5e"/>
    <p:sldId xmlns:r="http://schemas.openxmlformats.org/officeDocument/2006/relationships" id="260" r:id="R28b44e0583fd4d27"/>
    <p:sldId xmlns:r="http://schemas.openxmlformats.org/officeDocument/2006/relationships" id="261" r:id="R600a5f97eef64b7d"/>
    <p:sldId xmlns:r="http://schemas.openxmlformats.org/officeDocument/2006/relationships" id="262" r:id="R507fefcb06cd4ae4"/>
    <p:sldId xmlns:r="http://schemas.openxmlformats.org/officeDocument/2006/relationships" id="263" r:id="Rc9b14bffa01f47d2"/>
    <p:sldId xmlns:r="http://schemas.openxmlformats.org/officeDocument/2006/relationships" id="264" r:id="Rc4ac57ffe8cf490a"/>
    <p:sldId xmlns:r="http://schemas.openxmlformats.org/officeDocument/2006/relationships" id="265" r:id="Ra9f3275ccf9947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bc396f56cb4357" /><Relationship Type="http://schemas.openxmlformats.org/officeDocument/2006/relationships/slideMaster" Target="/ppt/slideMasters/slideMaster1.xml" Id="Rb1664b24ef614ecf" /><Relationship Type="http://schemas.openxmlformats.org/officeDocument/2006/relationships/notesMaster" Target="/ppt/notesMasters/notesMaster1.xml" Id="R3086cac6de3e4afc" /><Relationship Type="http://schemas.openxmlformats.org/officeDocument/2006/relationships/presProps" Target="/ppt/presProps.xml" Id="R17211110a39d45c5" /><Relationship Type="http://schemas.openxmlformats.org/officeDocument/2006/relationships/tableStyles" Target="/ppt/tableStyles.xml" Id="Rc170d946361c4aae" /><Relationship Type="http://schemas.openxmlformats.org/officeDocument/2006/relationships/slide" Target="/ppt/slides/slide1.xml" Id="R831e7f8a80f04a51" /><Relationship Type="http://schemas.openxmlformats.org/officeDocument/2006/relationships/slide" Target="/ppt/slides/slide2.xml" Id="R333dec0afcb9459b" /><Relationship Type="http://schemas.openxmlformats.org/officeDocument/2006/relationships/slide" Target="/ppt/slides/slide3.xml" Id="Rffb592b81b3d408e" /><Relationship Type="http://schemas.openxmlformats.org/officeDocument/2006/relationships/slide" Target="/ppt/slides/slide4.xml" Id="R29e2a685f5a44b5e" /><Relationship Type="http://schemas.openxmlformats.org/officeDocument/2006/relationships/slide" Target="/ppt/slides/slide5.xml" Id="R28b44e0583fd4d27" /><Relationship Type="http://schemas.openxmlformats.org/officeDocument/2006/relationships/slide" Target="/ppt/slides/slide6.xml" Id="R600a5f97eef64b7d" /><Relationship Type="http://schemas.openxmlformats.org/officeDocument/2006/relationships/slide" Target="/ppt/slides/slide7.xml" Id="R507fefcb06cd4ae4" /><Relationship Type="http://schemas.openxmlformats.org/officeDocument/2006/relationships/slide" Target="/ppt/slides/slide8.xml" Id="Rc9b14bffa01f47d2" /><Relationship Type="http://schemas.openxmlformats.org/officeDocument/2006/relationships/slide" Target="/ppt/slides/slide9.xml" Id="Rc4ac57ffe8cf490a" /><Relationship Type="http://schemas.openxmlformats.org/officeDocument/2006/relationships/slide" Target="/ppt/slides/slide10.xml" Id="Ra9f3275ccf9947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5e4ac6d731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724f40fa82402a" /><Relationship Type="http://schemas.openxmlformats.org/officeDocument/2006/relationships/notesMaster" Target="/ppt/notesMasters/notesMaster1.xml" Id="Rc0c9a1e5472040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c11dcd62c94143" /><Relationship Type="http://schemas.openxmlformats.org/officeDocument/2006/relationships/notesMaster" Target="/ppt/notesMasters/notesMaster1.xml" Id="R205a59efa3684a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0929e2c15647d4" /><Relationship Type="http://schemas.openxmlformats.org/officeDocument/2006/relationships/notesMaster" Target="/ppt/notesMasters/notesMaster1.xml" Id="R12b2999eaf3848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f01d8ec2fc45ca" /><Relationship Type="http://schemas.openxmlformats.org/officeDocument/2006/relationships/notesMaster" Target="/ppt/notesMasters/notesMaster1.xml" Id="R934cc2e22d26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988c4290d94323" /><Relationship Type="http://schemas.openxmlformats.org/officeDocument/2006/relationships/notesMaster" Target="/ppt/notesMasters/notesMaster1.xml" Id="R7ba63e2347034f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5dd0cabc8e4ce8" /><Relationship Type="http://schemas.openxmlformats.org/officeDocument/2006/relationships/notesMaster" Target="/ppt/notesMasters/notesMaster1.xml" Id="R1569091374d844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809afc042943f2" /><Relationship Type="http://schemas.openxmlformats.org/officeDocument/2006/relationships/notesMaster" Target="/ppt/notesMasters/notesMaster1.xml" Id="Rdb139621270649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866387157c4e5a" /><Relationship Type="http://schemas.openxmlformats.org/officeDocument/2006/relationships/notesMaster" Target="/ppt/notesMasters/notesMaster1.xml" Id="Rbc62208bf16b45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9a77e55dcf48bf" /><Relationship Type="http://schemas.openxmlformats.org/officeDocument/2006/relationships/notesMaster" Target="/ppt/notesMasters/notesMaster1.xml" Id="R4bfd191a333c40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458d7372b74727" /><Relationship Type="http://schemas.openxmlformats.org/officeDocument/2006/relationships/notesMaster" Target="/ppt/notesMasters/notesMaster1.xml" Id="R65475494fb7349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Internship Certificate issued by Codec Technologies Pvt. Ltd. The certificate confirms the organization, program type, role, and dates. General/proposed sections do not claim undocumented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Internship Certificate issued by Codec Technologies Pvt. Ltd. The certificate confirms the organization, program type, role, and dates. General/proposed sections do not claim undocumented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Internship Certificate issued by Codec Technologies Pvt. Ltd. The certificate confirms the organization, program type, role, and dates. General/proposed sections do not claim undocumented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Internship Certificate issued by Codec Technologies Pvt. Ltd. The certificate confirms the organization, program type, role, and dates. General/proposed sections do not claim undocumented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Internship Certificate issued by Codec Technologies Pvt. Ltd. The certificate confirms the organization, program type, role, and dates. General/proposed sections do not claim undocumented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Internship Certificate issued by Codec Technologies Pvt. Ltd. The certificate confirms the organization, program type, role, and dates. General/proposed sections do not claim undocumented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Internship Certificate issued by Codec Technologies Pvt. Ltd. The certificate confirms the organization, program type, role, and dates. General/proposed sections do not claim undocumented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Internship Certificate issued by Codec Technologies Pvt. Ltd. The certificate confirms the organization, program type, role, and dates. General/proposed sections do not claim undocumented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Internship Certificate issued by Codec Technologies Pvt. Ltd. The certificate confirms the organization, program type, role, and dates. General/proposed sections do not claim undocumented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Internship Certificate issued by Codec Technologies Pvt. Ltd. The certificate confirms the organization, program type, role, and dates. General/proposed sections do not claim undocumented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adce51b224f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032c0eb24b4859" /><Relationship Type="http://schemas.openxmlformats.org/officeDocument/2006/relationships/slideLayout" Target="/ppt/slideLayouts/slideLayout1.xml" Id="Rba11c3c2ff8d49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1c3c2ff8d49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7c5674ddd4fcf" /><Relationship Type="http://schemas.openxmlformats.org/officeDocument/2006/relationships/image" Target="/ppt/media/image.png" Id="R616f65494a544a8e" /><Relationship Type="http://schemas.openxmlformats.org/officeDocument/2006/relationships/notesSlide" Target="/ppt/notesSlides/notesSlide1.xml" Id="Rfaeccc04f3184a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521335bea481e" /><Relationship Type="http://schemas.openxmlformats.org/officeDocument/2006/relationships/notesSlide" Target="/ppt/notesSlides/notesSlide2.xml" Id="Rcd56b565f20044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042b27777460e" /><Relationship Type="http://schemas.openxmlformats.org/officeDocument/2006/relationships/notesSlide" Target="/ppt/notesSlides/notesSlide3.xml" Id="R073d587031df41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c9680548141b8" /><Relationship Type="http://schemas.openxmlformats.org/officeDocument/2006/relationships/notesSlide" Target="/ppt/notesSlides/notesSlide4.xml" Id="Rf121ce6dc4c645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e069de1e144bd" /><Relationship Type="http://schemas.openxmlformats.org/officeDocument/2006/relationships/notesSlide" Target="/ppt/notesSlides/notesSlide5.xml" Id="R0ce2f8f728db41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a7435537a4ea0" /><Relationship Type="http://schemas.openxmlformats.org/officeDocument/2006/relationships/notesSlide" Target="/ppt/notesSlides/notesSlide6.xml" Id="Rf1d5fc42381340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50a72b61e46c5" /><Relationship Type="http://schemas.openxmlformats.org/officeDocument/2006/relationships/notesSlide" Target="/ppt/notesSlides/notesSlide7.xml" Id="R4b767b237ee240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049db712a4d8b" /><Relationship Type="http://schemas.openxmlformats.org/officeDocument/2006/relationships/notesSlide" Target="/ppt/notesSlides/notesSlide8.xml" Id="Rfc939e29b3534e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046d988514285" /><Relationship Type="http://schemas.openxmlformats.org/officeDocument/2006/relationships/notesSlide" Target="/ppt/notesSlides/notesSlide9.xml" Id="R0ed4152f4fa947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e573560204024" /><Relationship Type="http://schemas.openxmlformats.org/officeDocument/2006/relationships/image" Target="/ppt/media/image2.png" Id="R5ff395d1f4b54f7a" /><Relationship Type="http://schemas.openxmlformats.org/officeDocument/2006/relationships/notesSlide" Target="/ppt/notesSlides/notesSlide10.xml" Id="R2d57b1c84bd54f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FCEBC-7FB0-4FE8-B633-2B8DEF18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7D8"/>
          </a:solidFill>
          <a:ln xmlns:a="http://schemas.openxmlformats.org/drawingml/2006/main" w="0">
            <a:solidFill>
              <a:srgbClr val="26A7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B10B8-B124-4FB2-8DDE-47BE50B7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ARTIFICIAL INTELLIGENCE</a:t>
            </a:r>
          </a:p>
          <a:p xmlns:a="http://schemas.openxmlformats.org/drawingml/2006/main">
            <a:pPr>
              <a:defRPr sz="31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INTERNSHIP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7C7CD-C887-4BE5-9508-F320200B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5191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Submitted by: Shivansh Yadav</a:t>
            </a:r>
          </a:p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B.Tech – Computer Science &amp; Engineering</a:t>
            </a:r>
          </a:p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IILM University, Greater Noida</a:t>
            </a:r>
          </a:p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Internship Organization: Codec Technologies Pvt. Ltd.</a:t>
            </a:r>
          </a:p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Duration: 01 August 2026 – 31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B2611-112B-431A-BD1F-038FB385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Internship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A49D5-908E-4B9A-82B7-1EC9A357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7"/>
                </a:solidFill>
                <a:latin typeface="Aptos"/>
                <a:ea typeface="Aptos"/>
                <a:cs typeface="Aptos"/>
              </a:rPr>
              <a:t>Certificate attached as the verified internship record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f65494a544a8e"/>
          <a:stretch xmlns:a="http://schemas.openxmlformats.org/drawingml/2006/main"/>
        </p:blipFill>
        <p:spPr>
          <a:xfrm xmlns:a="http://schemas.openxmlformats.org/drawingml/2006/main">
            <a:off x="6334125" y="1806773"/>
            <a:ext cx="5191125" cy="32444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26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DA043-582A-426F-A5D1-CB83805E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7D8"/>
          </a:solidFill>
          <a:ln xmlns:a="http://schemas.openxmlformats.org/drawingml/2006/main" w="0">
            <a:solidFill>
              <a:srgbClr val="26A7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4FCEB-4E8C-4F78-B170-1E1A79A3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Objectives of the Internship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0694A-E444-43DE-8D36-D6AA3EED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43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56D09-2C2E-43D2-8242-62210B5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10706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47D56-BFBF-4F33-AFF0-C406D925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1425" b="0" i="1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1425" b="0" i="1">
                <a:solidFill>
                  <a:srgbClr val="5B6677"/>
                </a:solidFill>
                <a:latin typeface="Aptos"/>
                <a:ea typeface="Aptos"/>
                <a:cs typeface="Aptos"/>
              </a:rPr>
              <a:t>The certificate confirms the internship role and duration. The objectives below describe suitable learning aims for an AI internship; they do not document individual tasks.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49206-689A-4541-8725-7F869063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LEARNING 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32FBE-EDDE-4D51-ABA1-2A9A617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1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Artificial intelligence 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6C875-8567-4ACE-81AC-6C3A1B32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Build a structured understanding of core Artificial Intelligence concepts and how they support real-world problem solving.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65DE6-2A6C-44A1-AF99-A99DE944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PRACTICE 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5750F-4B49-4260-B010-A699B8BA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Applied technical exposure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EF3EE-F6C4-45CA-A2B3-BD1C22DD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Develop familiarity with the stages commonly involved in AI work, from understanding a problem to reviewing an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879B4-1662-4869-AB0D-078019CA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PROFESSIONAL 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7719C-F7B3-4F88-A772-1C181983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Workplace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9D206-F081-4C33-A13E-7922F4BA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Strengthen communication, documentation, and responsible use of technology in a professional setting.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51944-5DD6-464B-94EA-D483BB61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7"/>
                </a:solidFill>
                <a:latin typeface="Aptos"/>
                <a:ea typeface="Aptos"/>
                <a:cs typeface="Aptos"/>
              </a:rPr>
              <a:t>Certificate-supported internship context: Artificial Intelligence Intern, Codec Technologies Pvt. Ltd., 01 August 2026 - 31 August 2026.</a:t>
            </a:r>
          </a:p>
        </p:txBody>
      </p:sp>
    </p:spTree>
    <p:extLst>
      <p:ext uri="{BB962C8B-B14F-4D97-AF65-F5344CB8AC3E}">
        <p14:creationId xmlns:p14="http://schemas.microsoft.com/office/powerpoint/2010/main" val="434953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0B582-A3BD-4043-B7E2-DD948206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7D8"/>
          </a:solidFill>
          <a:ln xmlns:a="http://schemas.openxmlformats.org/drawingml/2006/main" w="0">
            <a:solidFill>
              <a:srgbClr val="26A7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7509C-A87A-4695-AA17-A0DC859A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Technologies and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86365-1350-4583-93C2-6D29E86A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43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205E5-306D-47C9-9765-41F8C52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10706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93103-03DA-4BC5-9CC1-ED5AA73A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1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1425" b="0" i="1">
                <a:solidFill>
                  <a:srgbClr val="5B6677"/>
                </a:solidFill>
                <a:latin typeface="Aptos"/>
                <a:ea typeface="Aptos"/>
                <a:cs typeface="Aptos"/>
              </a:rPr>
              <a:t>No specific software, programming languages, platforms, or tools are listed on the certificate.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23A18-5B67-4219-863C-83D158A7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CERTIFICATE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6E596-FA63-4479-A0BC-0701DD85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Verified information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C91FA-CE77-4495-8134-BFB20078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certificate identifies an AICTE &amp; ICAC Approved internship program and the role of Artificial Intelligence Intern.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0B490-14AB-4F93-859D-F09EF108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GENERAL LEARNING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B3950-60FC-46BB-8331-FD9CD510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AI workflow concepts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BEDCC-FD31-4EA5-BC9F-8BEBB57E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Typical AI learning may involve data, models, evaluation, and ethical considerations. This deck does not attribute particular tools to the internship.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5E255-A622-4373-B5BE-3A78DBC1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REPORTING NOTE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38914-F5BE-46EE-AEE2-689AD3E8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Evidence-based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0683A-6229-4E77-AE24-9471998E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Any tool names or technical implementations should be added only when supported by personal work records, mentor guidance, or project documentation.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52594-FD89-40BD-A289-5AF9262C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7"/>
                </a:solidFill>
                <a:latin typeface="Aptos"/>
                <a:ea typeface="Aptos"/>
                <a:cs typeface="Aptos"/>
              </a:rPr>
              <a:t>Certificate-supported internship context: Artificial Intelligence Intern, Codec Technologies Pvt. Ltd., 01 August 2026 - 31 August 2026.</a:t>
            </a:r>
          </a:p>
        </p:txBody>
      </p:sp>
    </p:spTree>
    <p:extLst>
      <p:ext uri="{BB962C8B-B14F-4D97-AF65-F5344CB8AC3E}">
        <p14:creationId xmlns:p14="http://schemas.microsoft.com/office/powerpoint/2010/main" val="33026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E3CA6-9982-45AF-AFBA-B86E4751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7D8"/>
          </a:solidFill>
          <a:ln xmlns:a="http://schemas.openxmlformats.org/drawingml/2006/main" w="0">
            <a:solidFill>
              <a:srgbClr val="26A7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23090-42AC-44D6-8386-BC379F40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Learning and Development Activities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C33AE-998A-4AA0-8C9E-890CDA53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43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3D527-5F5B-496B-85F7-1F2A41A8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10706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60AB5-9394-492D-AC2A-68579011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29"/>
          </a:bodyPr>
          <a:lstStyle xmlns:a="http://schemas.openxmlformats.org/drawingml/2006/main"/>
          <a:p xmlns:a="http://schemas.openxmlformats.org/drawingml/2006/main">
            <a:pPr>
              <a:defRPr sz="1425" b="0" i="1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1425" b="0" i="1">
                <a:solidFill>
                  <a:srgbClr val="5B6677"/>
                </a:solidFill>
                <a:latin typeface="Aptos"/>
                <a:ea typeface="Aptos"/>
                <a:cs typeface="Aptos"/>
              </a:rPr>
              <a:t>The following are general learning areas appropriate to an Artificial Intelligence internship. They are not presented as a record of completed activities.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FA7B8-9338-4750-9295-80A35417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CONCEPTUAL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6D9A5-CE69-461D-9B83-45C10B70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AI 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261E7-8772-45DD-B7AA-8DC1EFED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core ideas such as problem formulation, data quality, model behaviour, and responsible technology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51877-5C6F-4B1C-B761-E80B226A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ANALYTICAL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E08C8-C513-4F54-B033-2FB23FA6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Problem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2B036-4A28-482D-87CB-D6A6BE42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Practice breaking a broad problem into inputs, expected outputs, constraints, and ways to assess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00268-8970-4D26-98F7-D3B29900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PROFESSIONAL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A2388-75A2-48D6-861F-12B9C001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Communication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2E7E7-2DC6-46FB-8E00-2BCED779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Develop clear technical writing and the ability to explain an AI approach to different audiences.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CEBC4-3F41-4745-B3C4-6B5BBAE9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7"/>
                </a:solidFill>
                <a:latin typeface="Aptos"/>
                <a:ea typeface="Aptos"/>
                <a:cs typeface="Aptos"/>
              </a:rPr>
              <a:t>Certificate-supported internship context: Artificial Intelligence Intern, Codec Technologies Pvt. Ltd., 01 August 2026 - 31 August 2026.</a:t>
            </a:r>
          </a:p>
        </p:txBody>
      </p:sp>
    </p:spTree>
    <p:extLst>
      <p:ext uri="{BB962C8B-B14F-4D97-AF65-F5344CB8AC3E}">
        <p14:creationId xmlns:p14="http://schemas.microsoft.com/office/powerpoint/2010/main" val="1999898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0AEC0-EB47-4164-A800-9E659847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7D8"/>
          </a:solidFill>
          <a:ln xmlns:a="http://schemas.openxmlformats.org/drawingml/2006/main" w="0">
            <a:solidFill>
              <a:srgbClr val="26A7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BC68E-C3D0-4D23-A732-DB20E461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Project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92BCB-C7D4-4CE1-B09D-FB55090B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43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97267-4F5B-4C5A-86DC-1D3185F0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10706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FD485-5A91-4250-B5BD-C7D9C3D4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1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1425" b="0" i="1">
                <a:solidFill>
                  <a:srgbClr val="5B6677"/>
                </a:solidFill>
                <a:latin typeface="Aptos"/>
                <a:ea typeface="Aptos"/>
                <a:cs typeface="Aptos"/>
              </a:rPr>
              <a:t>The certificate does not name a project, deliverable, or result. This page preserves that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D3115-75D8-4ADA-9D1D-0EEC89B3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DOCUMENTED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2B974-FAB1-45CD-9AEF-B90DDE02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No project title recorded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F9B31-1ECA-4DAF-82F1-51EA5D8E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official certificate verifies completion of the internship program but does not identify an individual project.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52E12-91EC-4CE6-9320-1F639E57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SUGGESTED REPORT ENTRY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BDA6B-1E9D-4F0B-A311-890A2D24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Add verified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74DB7-AA9B-4B03-A0A8-930C8D2E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If a project report, code repository, brief, or mentor-approved summary exists, it can be inserted here as supporting documentation.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19EDC-A925-4000-964E-6524632E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ACADEMIC INTEGRITY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883D8-D68F-459C-9999-D3815217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No unsupported claims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140E0-544B-488F-8E23-9AAB6656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presentation intentionally avoids inventing a project scope, methodology, tools, metrics, or outcome.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50E87-2FDC-4A05-BE2E-B25E52C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7"/>
                </a:solidFill>
                <a:latin typeface="Aptos"/>
                <a:ea typeface="Aptos"/>
                <a:cs typeface="Aptos"/>
              </a:rPr>
              <a:t>Certificate-supported internship context: Artificial Intelligence Intern, Codec Technologies Pvt. Ltd., 01 August 2026 - 31 August 2026.</a:t>
            </a:r>
          </a:p>
        </p:txBody>
      </p:sp>
    </p:spTree>
    <p:extLst>
      <p:ext uri="{BB962C8B-B14F-4D97-AF65-F5344CB8AC3E}">
        <p14:creationId xmlns:p14="http://schemas.microsoft.com/office/powerpoint/2010/main" val="1790191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6BD7A-069D-40EF-A0D0-10883A9E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7D8"/>
          </a:solidFill>
          <a:ln xmlns:a="http://schemas.openxmlformats.org/drawingml/2006/main" w="0">
            <a:solidFill>
              <a:srgbClr val="26A7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54D70-516D-4BC1-A7F0-0CE2BFB3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Challenges and Solutions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7B4BE-29B4-4EAB-83EF-8CF80704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43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A9702-CD5F-4CEA-9A44-55D954F9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10706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81D3E-3BDA-4B38-BDF4-BD354F55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1425" b="0" i="1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1425" b="0" i="1">
                <a:solidFill>
                  <a:srgbClr val="5B6677"/>
                </a:solidFill>
                <a:latin typeface="Aptos"/>
                <a:ea typeface="Aptos"/>
                <a:cs typeface="Aptos"/>
              </a:rPr>
              <a:t>The certificate contains no account of particular challenges. The examples below are general considerations for AI learning, not claims about this internship.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9BBC5-5457-4BD1-A682-FD055B5B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GENERAL CONSIDERATION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49FB1-219F-40CD-B2E7-E63A3F87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Translating 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50F33-AA1F-43D4-B7C4-4785FF48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 common learning challenge involves connecting theoretical AI ideas with an actual problem statement. Structured notes and review can help clarify the connection.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999F9-1181-4D55-9AC6-352D122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GENERAL CONSIDERATION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94821-8330-467B-9CC9-AC1166B3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Assessing outputs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C63DC-92E7-48F1-9D10-669BBC2D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outputs require careful checking for relevance, reliability, and limitations. Clear evaluation criteria support responsible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599A6-BF93-4095-BF7F-7EA3B65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GENERAL CONSIDERATION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D118C-DE76-4A4F-B7EA-5DA3BDD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Communicating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83646-BFB8-4E3F-8673-556084EA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Technical work benefits from concise documentation that states assumptions, sources, and what remains unverified.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512F7-6813-4B6C-95E8-415760B3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7"/>
                </a:solidFill>
                <a:latin typeface="Aptos"/>
                <a:ea typeface="Aptos"/>
                <a:cs typeface="Aptos"/>
              </a:rPr>
              <a:t>Certificate-supported internship context: Artificial Intelligence Intern, Codec Technologies Pvt. Ltd., 01 August 2026 - 31 August 2026.</a:t>
            </a:r>
          </a:p>
        </p:txBody>
      </p:sp>
    </p:spTree>
    <p:extLst>
      <p:ext uri="{BB962C8B-B14F-4D97-AF65-F5344CB8AC3E}">
        <p14:creationId xmlns:p14="http://schemas.microsoft.com/office/powerpoint/2010/main" val="1731998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55B9F-7500-46B1-B32D-7BC1FD7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7D8"/>
          </a:solidFill>
          <a:ln xmlns:a="http://schemas.openxmlformats.org/drawingml/2006/main" w="0">
            <a:solidFill>
              <a:srgbClr val="26A7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2DB84-9D5F-423C-A0B5-13CD5BB9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Skills Gained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F5BC0-C8F6-4534-93E4-BD133E19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43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D195F-61AB-4D23-8E23-2D7D140D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10706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B177D-810C-4FD5-A69E-D4E2B446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60"/>
          </a:bodyPr>
          <a:lstStyle xmlns:a="http://schemas.openxmlformats.org/drawingml/2006/main"/>
          <a:p xmlns:a="http://schemas.openxmlformats.org/drawingml/2006/main">
            <a:pPr>
              <a:defRPr sz="1425" b="0" i="1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1425" b="0" i="1">
                <a:solidFill>
                  <a:srgbClr val="5B6677"/>
                </a:solidFill>
                <a:latin typeface="Aptos"/>
                <a:ea typeface="Aptos"/>
                <a:cs typeface="Aptos"/>
              </a:rPr>
              <a:t>The certificate establishes successful completion of a one-month Artificial Intelligence internship program. It does not list assessed competencies.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D0B05-CD5C-4124-B643-A5D9041F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ROLE-RELEVANT 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1C21A-5301-457D-8D3B-CBA1D62E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AI awareness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088DF-AAF0-41C2-91DC-921554E6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Completion supports exposure to the Artificial Intelligence internship domain. Specific proficiency levels are not stated on the certificate.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896D2-C614-43F9-9086-85A99283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TRANSFERABLE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7DC54-A733-4B2C-8BA7-8D9EC1C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Analytical thinking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13EA7-3E7F-417D-99C6-C2A17490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Problem framing, evidence review, and careful communication are relevant learning areas for AI-focused study.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45676-EA24-41F5-B2B1-5C66FB76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PROFESSIONAL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761AA-5600-4E54-9E5B-2BA32B21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Academic reporting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5508C-3BDB-4536-AFB8-C1B0C4BA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Preparing an evidence-based internship report helps distinguish verified experience from broader learning reflections.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7DFFF-B209-43A2-B40E-229B5D0C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7"/>
                </a:solidFill>
                <a:latin typeface="Aptos"/>
                <a:ea typeface="Aptos"/>
                <a:cs typeface="Aptos"/>
              </a:rPr>
              <a:t>Certificate-supported internship context: Artificial Intelligence Intern, Codec Technologies Pvt. Ltd., 01 August 2026 - 31 August 2026.</a:t>
            </a:r>
          </a:p>
        </p:txBody>
      </p:sp>
    </p:spTree>
    <p:extLst>
      <p:ext uri="{BB962C8B-B14F-4D97-AF65-F5344CB8AC3E}">
        <p14:creationId xmlns:p14="http://schemas.microsoft.com/office/powerpoint/2010/main" val="1587121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2E58F-C461-47A2-9B7F-BD1A8DF3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7D8"/>
          </a:solidFill>
          <a:ln xmlns:a="http://schemas.openxmlformats.org/drawingml/2006/main" w="0">
            <a:solidFill>
              <a:srgbClr val="26A7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D8BBB-22A3-4C4A-B792-81E5B37B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Outcome of the Internship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25FFF-4BEA-48E0-BD01-0A5FCE50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43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DFAA2-2EDD-438C-8093-9C0A715C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10706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C10B2-C390-4C0D-B670-19F94DDE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1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1425" b="0" i="1">
                <a:solidFill>
                  <a:srgbClr val="5B6677"/>
                </a:solidFill>
                <a:latin typeface="Aptos"/>
                <a:ea typeface="Aptos"/>
                <a:cs typeface="Aptos"/>
              </a:rPr>
              <a:t>Verified outcome from the certificate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D1C69-B011-42FE-9438-CE71BDE4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EBED3-232D-426A-BF1D-34972818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Program completed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8E75B-CFF4-4786-A090-328B75BB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Shivansh Yadav completed a 1 Month AICTE &amp; ICAC Approved internship program.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FF184-8D3A-4EC8-B738-92B06AA1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33794-74A6-4DAC-A449-286B0D76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Artificial Intelligence Intern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3AA5A-DB69-4A2F-B403-4B73BD76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certificate identifies the internship role as Artificial Intelligence Intern at Codec Technologies Pvt. Ltd.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E03FD-32C4-4C79-A3BF-8F87AB1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PERIOD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0CBD5-BB8D-4D8E-A3EB-CE16AE9A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01/08/2026 to 31/08/2026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9B055-EB2C-441F-B875-ACD1AF4D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certificate states that the program was conducted from 01/08/2026 to 31/08/2026.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F18BC-42B0-4DFB-B43F-C974F868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7"/>
                </a:solidFill>
                <a:latin typeface="Aptos"/>
                <a:ea typeface="Aptos"/>
                <a:cs typeface="Aptos"/>
              </a:rPr>
              <a:t>Certificate-supported internship context: Artificial Intelligence Intern, Codec Technologies Pvt. Ltd., 01 August 2026 - 31 August 2026.</a:t>
            </a:r>
          </a:p>
        </p:txBody>
      </p:sp>
    </p:spTree>
    <p:extLst>
      <p:ext uri="{BB962C8B-B14F-4D97-AF65-F5344CB8AC3E}">
        <p14:creationId xmlns:p14="http://schemas.microsoft.com/office/powerpoint/2010/main" val="7004477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08704-5F71-4936-9C8B-CE590BE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7D8"/>
          </a:solidFill>
          <a:ln xmlns:a="http://schemas.openxmlformats.org/drawingml/2006/main" w="0">
            <a:solidFill>
              <a:srgbClr val="26A7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0AA8D-0C98-4E61-BB7A-8BD82127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4173A-6A3E-45B2-BFCD-A6A8F50C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43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FF4A4-2B26-4C9D-8327-2AEFF222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10706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2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295D1-2351-4126-8483-ACEAADDE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76"/>
          </a:bodyPr>
          <a:lstStyle xmlns:a="http://schemas.openxmlformats.org/drawingml/2006/main"/>
          <a:p xmlns:a="http://schemas.openxmlformats.org/drawingml/2006/main">
            <a:pPr>
              <a:defRPr sz="1425" b="0" i="1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1425" b="0" i="1">
                <a:solidFill>
                  <a:srgbClr val="5B6677"/>
                </a:solidFill>
                <a:latin typeface="Aptos"/>
                <a:ea typeface="Aptos"/>
                <a:cs typeface="Aptos"/>
              </a:rPr>
              <a:t>This report records only what the supplied certificate supports and distinguishes general academic content from verified internship facts.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104A2-B772-4F5B-95B7-C565E066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VERIFIED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AC142-C6F2-464B-AE49-C410A183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Internship completion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9BFE1-4838-46FA-BA88-A0C3192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certificate confirms successful completion of a one-month Artificial Intelligence internship program at Codec Technologies Pvt. Ltd.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E8486-F1A7-4976-A273-21AD61B7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SUBMISSION STANDARD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940B4-20F3-47C0-B6CC-22DB8077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Accurate representation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1C68C-53E4-4577-A607-4703DC01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deck avoids unsupported details about tools, projects, metrics, and individual tasks.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32DF7-926E-474C-B6F6-66775899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95500"/>
            <a:ext cx="336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9195B-F742-4F6E-BE8F-1186CA43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400300"/>
            <a:ext cx="336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Optional evidence addition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FB49D-1516-4565-B178-6BAB81DD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000375"/>
            <a:ext cx="336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 fuller academic report can include verified project records or mentor-approved reflections, if available.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889D0-DB4F-44F3-BC8A-A2E3DEF2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677"/>
                </a:solidFill>
                <a:latin typeface="Aptos"/>
                <a:ea typeface="Aptos"/>
                <a:cs typeface="Aptos"/>
              </a:rPr>
              <a:t>Certificate-supported internship context: Artificial Intelligence Intern, Codec Technologies Pvt. Ltd., 01 August 2026 - 31 August 2026.</a:t>
            </a:r>
          </a:p>
        </p:txBody>
      </p:sp>
    </p:spTree>
    <p:extLst>
      <p:ext uri="{BB962C8B-B14F-4D97-AF65-F5344CB8AC3E}">
        <p14:creationId xmlns:p14="http://schemas.microsoft.com/office/powerpoint/2010/main" val="1366350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11D50-82BC-4D14-860A-C973552D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7D8"/>
          </a:solidFill>
          <a:ln xmlns:a="http://schemas.openxmlformats.org/drawingml/2006/main" w="0">
            <a:solidFill>
              <a:srgbClr val="26A7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863A2-7B08-4C14-AAFF-E6DEFA39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Certificate of Internship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FF8D5-1B99-4F8B-9178-6AED6898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6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7"/>
                </a:solidFill>
                <a:latin typeface="Aptos"/>
                <a:ea typeface="Aptos"/>
                <a:cs typeface="Aptos"/>
              </a:rPr>
              <a:t>Original certificate reproduced for reference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395d1f4b54f7a"/>
          <a:stretch xmlns:a="http://schemas.openxmlformats.org/drawingml/2006/main"/>
        </p:blipFill>
        <p:spPr>
          <a:xfrm xmlns:a="http://schemas.openxmlformats.org/drawingml/2006/main">
            <a:off x="2072640" y="1285875"/>
            <a:ext cx="804672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31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2026-09-10T19:06:01.1610000Z</dcterms:created>
  <dcterms:modified xsi:type="dcterms:W3CDTF">2026-09-10T19:06:01.1610000Z</dcterms:modified>
</coreProperties>
</file>